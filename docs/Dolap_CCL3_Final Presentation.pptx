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9" r:id="rId4"/>
    <p:sldId id="261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F28F5-DC7F-0BB3-A23D-35EDC52E2167}" v="28" dt="2026-01-22T18:35:26.926"/>
    <p1510:client id="{E2BFA352-89CB-5F49-A212-9ABA754D33DF}" v="4" dt="2026-01-22T12:06:35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E9BAC-7766-3FB7-967B-9B49860EA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9EBEF9-4674-C4DC-2706-5E1465358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A6CB42-977A-B74E-7224-9856883A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D5843A-7FCB-4E4F-CC4B-1723EE5B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33C2B8-400D-1751-7FBE-83AD3DA6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07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43DE-76F2-D510-F643-DAB578E9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99C474-2E3A-F722-2733-D017ED6C4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0D6DAC-0B0C-C66D-4B40-E41ABA64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6248C3-C1E0-D59F-DBB0-935C396E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E2E54A-86A9-7CB8-A9F0-6A8A8079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45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DBE4D-8803-E880-1D06-687E5427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E1E119-9EEB-B651-988C-BB933E473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A38A27-AAFF-0C59-C8C5-F8502176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FDB151-0609-A2D9-947E-50026608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C2154-1D0D-2EBC-E6D6-12D6CD0A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42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7C69C-644B-5AE8-057C-7A881298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93B896-8B6A-B3FE-E0B9-8FFA7D476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AD5EA6-C4BE-C3C4-E1C5-CC27F4E9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DA4FAA-B127-C6C5-C8EB-F032162E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9312A9-116B-4F34-B0E3-65948715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A4864B-2580-13A1-D183-25D492F0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B1B9F-9BB1-5D62-A149-5AFEFD0B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87FCC8-5148-0058-41FA-8E8EDB2BC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BCEDC8-89F7-F99E-972D-2E663B6B4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8950A8-9E8E-785E-9BAB-202162292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BBFCC54-1BFE-0BB1-4201-B4B34E064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07C511-4E89-642F-724F-BD5A3A58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027254-C4DE-9EA4-3CB0-5D5109F0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F6E324-DA4E-2F6E-00F9-34D75007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93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C9C35-5C7D-0B0F-C827-98DBE4AB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4A3586-AA4B-4EF9-865B-A547D6B9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6257D9-872D-16E1-4C23-3E84BBCE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CD6571-95E4-C005-97FE-EADC8908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7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F2A6BE-878D-3D66-DD37-C537A9BD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E1079B-3502-269B-AEA6-734B9094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50850D-6874-FAA0-5F98-10BE674E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25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186D5-E708-C921-D4E9-DDE1EF68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B6E5D0-2B37-470C-2DB2-BC01BCEA2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99DAC2-68A6-5A15-4899-2085ED073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04316D-DB3E-1BBB-E1AD-CF9AAEF4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DEB7DF-30A9-2B84-21E9-B342ADA6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FEBB2D-0506-4DAF-7E7C-E3EC61C4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7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1F5BEC-19AB-DAFE-7132-34257B46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96BCAA-4520-7FA9-21EE-B29F95CF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3898D5-F60C-F1E2-B479-D52C433D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565CA3-2259-BCD1-B821-8EBD6A55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BAC3B1-425C-870E-BF53-0B49C078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CF8F80-39FF-F2E7-8143-F8C72326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129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B1756-9FA3-69F8-F757-F1F29FC3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049C3E-AFAA-E158-EC73-A656BCF74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A2C3B8-1D13-9F29-4A4F-C4347A36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328A12-1E11-26E9-A08E-30F00F87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88550D-4870-E11C-9E33-37DE8B1A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410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9D5F05-CB06-6670-C160-4B1B7E30D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E0A4D7-D346-9EB0-7DBE-33BD25AEA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92A2C6-E73F-0478-5A90-348E18E4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265638-1EC8-9F53-195B-BFA69BE4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8A2062-C1A3-B40F-1DA6-FF6496D4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39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5EC2D5-FA0F-6881-CF71-EB1A628F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7BBED9-3B79-5F58-C34B-BF7836973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BF4F7F-3C92-09BD-30CB-2588C2EF7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DD2C2-0E1A-F64E-8F1C-0EABCFE60552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A4B4E-61B4-70B3-A7A3-539D12A72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C2FAF-8E58-0F08-C144-9C46A3B9B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2A06F-381C-D747-A907-96A5B0760E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67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A15E132-8599-DAAF-7834-E00C5F76E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4454" y="2585756"/>
            <a:ext cx="5192703" cy="781856"/>
          </a:xfrm>
        </p:spPr>
        <p:txBody>
          <a:bodyPr anchor="b">
            <a:normAutofit fontScale="90000"/>
          </a:bodyPr>
          <a:lstStyle/>
          <a:p>
            <a:r>
              <a:rPr lang="de-DE" sz="5200">
                <a:solidFill>
                  <a:schemeClr val="tx2"/>
                </a:solidFill>
              </a:rPr>
              <a:t>Dolap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E4AE78-5BC6-D13B-25D8-D3478CCCF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858" y="3409572"/>
            <a:ext cx="5188034" cy="682079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2"/>
                </a:solidFill>
              </a:rPr>
              <a:t>By DADALI Mahmut, FURRER Sarah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50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6D779-09E4-5F78-F264-1323DA6F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creen_recording_20260122_190519">
            <a:hlinkClick r:id="" action="ppaction://media"/>
            <a:extLst>
              <a:ext uri="{FF2B5EF4-FFF2-40B4-BE49-F238E27FC236}">
                <a16:creationId xmlns:a16="http://schemas.microsoft.com/office/drawing/2014/main" id="{BFAC665A-3CCB-5CE0-4427-DFAEE79894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04927" y="325966"/>
            <a:ext cx="2782145" cy="62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0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431" y="3985"/>
            <a:ext cx="9772765" cy="6858000"/>
            <a:chOff x="1303402" y="3985"/>
            <a:chExt cx="9772765" cy="6858000"/>
          </a:xfrm>
        </p:grpSpPr>
        <p:sp>
          <p:nvSpPr>
            <p:cNvPr id="44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EC4D9B5-7DF3-1254-81F2-7B5F2281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ctr">
            <a:normAutofit/>
          </a:bodyPr>
          <a:lstStyle/>
          <a:p>
            <a:pPr algn="ctr"/>
            <a:r>
              <a:rPr lang="de-DE" sz="3600">
                <a:solidFill>
                  <a:schemeClr val="tx2"/>
                </a:solidFill>
              </a:rPr>
              <a:t>User </a:t>
            </a:r>
            <a:r>
              <a:rPr lang="de-DE" sz="3600" err="1">
                <a:solidFill>
                  <a:schemeClr val="tx2"/>
                </a:solidFill>
              </a:rPr>
              <a:t>Testing</a:t>
            </a:r>
            <a:r>
              <a:rPr lang="de-DE" sz="3600">
                <a:solidFill>
                  <a:schemeClr val="tx2"/>
                </a:solidFill>
              </a:rPr>
              <a:t> Outcome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AC8D1A-D221-9D72-3507-8C57E630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de-DE" sz="2400">
                <a:solidFill>
                  <a:schemeClr val="tx2"/>
                </a:solidFill>
              </a:rPr>
              <a:t>Task </a:t>
            </a:r>
            <a:r>
              <a:rPr lang="de-DE" sz="2400" err="1">
                <a:solidFill>
                  <a:schemeClr val="tx2"/>
                </a:solidFill>
              </a:rPr>
              <a:t>Completion</a:t>
            </a:r>
            <a:r>
              <a:rPr lang="de-DE" sz="2400">
                <a:solidFill>
                  <a:schemeClr val="tx2"/>
                </a:solidFill>
              </a:rPr>
              <a:t> Rate (100%)</a:t>
            </a:r>
          </a:p>
          <a:p>
            <a:r>
              <a:rPr lang="de-DE" sz="2400">
                <a:solidFill>
                  <a:schemeClr val="tx2"/>
                </a:solidFill>
              </a:rPr>
              <a:t>Very high SUS score (Mean: 96,3)</a:t>
            </a:r>
          </a:p>
          <a:p>
            <a:r>
              <a:rPr lang="de-DE" sz="2400">
                <a:solidFill>
                  <a:schemeClr val="tx2"/>
                </a:solidFill>
              </a:rPr>
              <a:t>Very high SEQ score (Mean: 6,69)</a:t>
            </a:r>
          </a:p>
          <a:p>
            <a:pPr marL="0" indent="0">
              <a:buNone/>
            </a:pPr>
            <a:endParaRPr lang="de-DE" sz="24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sz="2400" err="1">
                <a:solidFill>
                  <a:schemeClr val="tx2"/>
                </a:solidFill>
              </a:rPr>
              <a:t>Excellent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 err="1">
                <a:solidFill>
                  <a:schemeClr val="tx2"/>
                </a:solidFill>
              </a:rPr>
              <a:t>scores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 err="1">
                <a:solidFill>
                  <a:schemeClr val="tx2"/>
                </a:solidFill>
              </a:rPr>
              <a:t>overall</a:t>
            </a:r>
            <a:r>
              <a:rPr lang="de-DE" sz="2400">
                <a:solidFill>
                  <a:schemeClr val="tx2"/>
                </a:solidFill>
              </a:rPr>
              <a:t>! 🔥</a:t>
            </a:r>
          </a:p>
        </p:txBody>
      </p:sp>
    </p:spTree>
    <p:extLst>
      <p:ext uri="{BB962C8B-B14F-4D97-AF65-F5344CB8AC3E}">
        <p14:creationId xmlns:p14="http://schemas.microsoft.com/office/powerpoint/2010/main" val="2153250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02752-CF06-B5AA-73C3-68222943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E47E552-18AD-DFB5-9F13-606730B51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de-DE" sz="5200">
                <a:solidFill>
                  <a:schemeClr val="tx2"/>
                </a:solidFill>
              </a:rPr>
              <a:t>Dolap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4BDAFB-6145-4D96-C19D-0CB79B145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2"/>
                </a:solidFill>
              </a:rPr>
              <a:t>By DADALI Mahmut, FURRER Sarah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579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Macintosh PowerPoint</Application>
  <PresentationFormat>Breitbild</PresentationFormat>
  <Paragraphs>10</Paragraphs>
  <Slides>4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Dolap</vt:lpstr>
      <vt:lpstr>PowerPoint-Präsentation</vt:lpstr>
      <vt:lpstr>User Testing Outcome</vt:lpstr>
      <vt:lpstr>Dolap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Dadali</dc:creator>
  <cp:lastModifiedBy>Dadali Mahmut</cp:lastModifiedBy>
  <cp:revision>2</cp:revision>
  <dcterms:created xsi:type="dcterms:W3CDTF">2026-01-22T11:57:12Z</dcterms:created>
  <dcterms:modified xsi:type="dcterms:W3CDTF">2026-01-28T19:55:16Z</dcterms:modified>
</cp:coreProperties>
</file>